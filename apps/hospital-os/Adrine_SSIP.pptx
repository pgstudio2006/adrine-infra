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177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Infrastructure for Indian Healthcare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128016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SSIP 2.0 —  Quadrat Technologies  |  Gandhinagar, Gujarat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8046720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41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hospital works differently.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software adapts to that.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70,000+ private hospitals. 85% are still running on paper or outdated tools — not because they don't want to digitize, but because every software forces them to change how they work to fit the software.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87167"/>
            <a:ext cx="1920240" cy="1205601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6426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workflows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294436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demands hospitals follow fixed flows — doctors, nurses, billing all resist adoption.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2487168"/>
            <a:ext cx="1920240" cy="120560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0632" y="26426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custom dev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70632" y="294436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hospital requests changes. Builds become fragmented. No two deployments are alike.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487168"/>
            <a:ext cx="1920240" cy="120560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26426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294436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solution built for one hospital doesn't work for another. The business can't grow.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2487168"/>
            <a:ext cx="1920240" cy="120560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26426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undigitized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85432" y="294436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massive and waiting — but current solutions are too rigid to serve it.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need is proven — 128,000+ organic impressions on Google Search without a single rupee in marketing.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8046720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41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Adrine — software that adapts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hospital, not the other way.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Adrine is an AI-native Hospital Operating System — covering clinical operations, HR, and finance on a single platform. But the breakthrough is the infrastructure underneath: an adaptive AI system that learns how each hospital works and generates their software automatically.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651760" cy="118872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7157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3017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registration, OPD, IPD, lab, radiology, pharmacy — end-to-end clinical operations.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2560320"/>
            <a:ext cx="2651760" cy="118872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27157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152" y="3017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records, biometric attendance, payroll, PF/ESI/TDS, performance appraisal.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2560320"/>
            <a:ext cx="2651760" cy="118872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27157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ERP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91072" y="3017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accounts, TPA/insurance, procurement — SAP-equivalent for hospitals.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9502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verified  ·  ABHA ready  ·  PMJAY compliant  ·  Tally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8046720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41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infrastructure — what makes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Adrine fundamentally different.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190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transitioning Adrine from a hospital management system to an AI infrastructure platform — a system that generates hospital software from intent, not code.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5059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245059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245059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UI, workflows, and logic — unique per hospital, built by 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804672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7238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" y="307238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expression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307238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Onboards each hospital via conversation. Generates their software surface. Adapts continuously.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21024"/>
            <a:ext cx="8046720" cy="548640"/>
          </a:xfrm>
          <a:prstGeom prst="rect">
            <a:avLst/>
          </a:prstGeom>
          <a:solidFill>
            <a:srgbClr val="EAEAE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9417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" y="369417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layer (core)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36941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healthcare knowledge engine — the fixed intelligence shared across all hospitals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242816"/>
            <a:ext cx="8046720" cy="548640"/>
          </a:xfrm>
          <a:prstGeom prst="rect">
            <a:avLst/>
          </a:prstGeom>
          <a:solidFill>
            <a:srgbClr val="E2E2E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1596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 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" y="431596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event ledger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43159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structured identically across hospitals — foundation for India's healthcare data layer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8046720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41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other HMS has done.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54864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73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onboarding 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167335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configure their entire system through a conversation — no developers, no manual setup.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54864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67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surface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226771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watches real usage and evolves the UI automatically. Nurses don't train the software — it trains itself.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54864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62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Agentic-as-a-service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286207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developing AI agents that autonomously handle hospital workflows — billing reminders, lab alerts, supply reorders.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47288"/>
            <a:ext cx="54864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56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vs expression separation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345643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healthcare logic at the core. Infinite workflow variations at the surface. First time this has been done in healthtech.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41648"/>
            <a:ext cx="54864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50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verified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405079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compliant with Ayushman Bharat Digital Mission — ABHA ID creation, PHR connectivity, consent framework.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VALIDATION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8046720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41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market. Proven demand.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traction.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828800" cy="10058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hospitals in India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600200"/>
            <a:ext cx="1828800" cy="10058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digitized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9489" y="3576711"/>
            <a:ext cx="1828800" cy="10058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489" y="3715825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09489" y="417212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impressions (organic)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3608363"/>
            <a:ext cx="1828800" cy="10058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7486" y="366920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₹8,400 Cr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321169" y="417212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market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phase — hospitals currently evaluating Adrine: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200400"/>
            <a:ext cx="8046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20EDBE7-9563-93CA-C2E0-C7153B777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12" y="1600200"/>
            <a:ext cx="4677300" cy="33714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REQUEST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8046720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41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cost breakup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(SSIP 2.0 — ₹2.5 Lakhs)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04672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19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17520" y="1719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78040" y="17190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804672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685800" y="215798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Max plan (Anthropic)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215798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for onboarding agent, expression generator, agentic workflows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78040" y="215798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₹1,35,000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685800" y="263347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63347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78040" y="26334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35808"/>
            <a:ext cx="804672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685800" y="310896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310896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78040" y="31089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547872"/>
            <a:ext cx="8046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685800" y="358444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35844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78040" y="358444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986784"/>
            <a:ext cx="8046720" cy="384048"/>
          </a:xfrm>
          <a:prstGeom prst="rect">
            <a:avLst/>
          </a:prstGeom>
          <a:solidFill>
            <a:srgbClr val="EFEFE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05993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8040" y="405993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₹1,35,000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8046720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5419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development plan.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1874520" cy="256032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105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304288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onboarding agent (v1)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engine prototype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integration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664208"/>
            <a:ext cx="1874520" cy="256032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8105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2304288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 layer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 at 3 hospitals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ledger architecture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664208"/>
            <a:ext cx="1874520" cy="256032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8105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2304288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surface (behavior loop)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full certification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+ Finance AI layer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0840" y="1664208"/>
            <a:ext cx="1874520" cy="256032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8105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0" y="2304288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Cross-hospital intelligence layer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10+ hospitals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market expansion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status: pilot phase — system live in evaluation at multiple hospitals across Gujarat.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8046720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45526" y="889792"/>
            <a:ext cx="8046720" cy="415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167712" y="1475270"/>
            <a:ext cx="2560320" cy="137160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31598" y="1568276"/>
            <a:ext cx="1917426" cy="458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Parthrajsinh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12158" y="1884659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19 · Quadrat Technologies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strategy, sales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66420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166420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54135" y="322474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Advisor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94886" y="3679116"/>
            <a:ext cx="3720544" cy="1134577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  <a:prstDash val="dash"/>
          </a:ln>
        </p:spPr>
        <p:txBody>
          <a:bodyPr/>
          <a:lstStyle/>
          <a:p>
            <a:pPr algn="ctr"/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Sir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45643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layer for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healthcare.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building hospital software.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the infrastructure that generates hospital software.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parthrajsinh@adrine.in  ·  adrine.in  ·  Gandhinagar, Gujarat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739</Words>
  <Application>Microsoft Office PowerPoint</Application>
  <PresentationFormat>On-screen Show (16:9)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Adrine — SSIP 2.0 Pitch</dc:title>
  <dc:subject>PptxGenJS Presentation</dc:subject>
  <dc:creator>PptxGenJS</dc:creator>
  <cp:lastModifiedBy>Gohil Parthrajsinh</cp:lastModifiedBy>
  <cp:revision>3</cp:revision>
  <dcterms:created xsi:type="dcterms:W3CDTF">2026-05-06T13:30:04Z</dcterms:created>
  <dcterms:modified xsi:type="dcterms:W3CDTF">2026-05-06T14:52:44Z</dcterms:modified>
</cp:coreProperties>
</file>